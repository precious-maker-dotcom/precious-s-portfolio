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9" d="100"/>
          <a:sy n="79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DEC014E-32E8-BC91-190E-85B3C74C9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8" y="964075"/>
            <a:ext cx="4654297" cy="37398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0" y="4822842"/>
            <a:ext cx="4206240" cy="1380744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B2603722-CE80-C718-39E9-BB79F1F68C3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884C280F-E753-FE97-A722-F86168AC97B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41248" y="964074"/>
            <a:ext cx="5403280" cy="5258929"/>
          </a:xfrm>
          <a:custGeom>
            <a:avLst/>
            <a:gdLst>
              <a:gd name="connsiteX0" fmla="*/ 2701640 w 5403280"/>
              <a:gd name="connsiteY0" fmla="*/ 0 h 5258929"/>
              <a:gd name="connsiteX1" fmla="*/ 5403280 w 5403280"/>
              <a:gd name="connsiteY1" fmla="*/ 2701640 h 5258929"/>
              <a:gd name="connsiteX2" fmla="*/ 5403280 w 5403280"/>
              <a:gd name="connsiteY2" fmla="*/ 5258929 h 5258929"/>
              <a:gd name="connsiteX3" fmla="*/ 0 w 5403280"/>
              <a:gd name="connsiteY3" fmla="*/ 5258929 h 5258929"/>
              <a:gd name="connsiteX4" fmla="*/ 0 w 5403280"/>
              <a:gd name="connsiteY4" fmla="*/ 2701640 h 5258929"/>
              <a:gd name="connsiteX5" fmla="*/ 2701640 w 5403280"/>
              <a:gd name="connsiteY5" fmla="*/ 0 h 52589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3280" h="5258929">
                <a:moveTo>
                  <a:pt x="2701640" y="0"/>
                </a:moveTo>
                <a:cubicBezTo>
                  <a:pt x="4193715" y="0"/>
                  <a:pt x="5403280" y="1209565"/>
                  <a:pt x="5403280" y="2701640"/>
                </a:cubicBezTo>
                <a:lnTo>
                  <a:pt x="5403280" y="5258929"/>
                </a:lnTo>
                <a:lnTo>
                  <a:pt x="0" y="5258929"/>
                </a:lnTo>
                <a:lnTo>
                  <a:pt x="0" y="2701640"/>
                </a:lnTo>
                <a:cubicBezTo>
                  <a:pt x="0" y="1209565"/>
                  <a:pt x="1209565" y="0"/>
                  <a:pt x="2701640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noFill/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117A08-C834-F239-A3DF-2D1295F0AE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7E80C6A5-61FE-078D-49D9-31BD1294014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9921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FE6C4595-90D4-94E6-CEBA-82807457D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1520" y="1658679"/>
            <a:ext cx="10780776" cy="4925000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3263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18032"/>
            <a:ext cx="10972800" cy="78638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72629"/>
            <a:ext cx="10972800" cy="480373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1999" cy="4986425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88BD73-E6AB-68A9-F41B-313E0C44777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396119" y="5787191"/>
            <a:ext cx="1503444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AA6162-61A3-2C41-311C-F407FC4B4DA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DABF624-39B6-C7A2-98E7-26593626B4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498994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6B102F-64E7-9387-1F8F-DB4AC825773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75691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CE84C31D-CC85-27E5-FD9F-627C926D5A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78608"/>
            <a:ext cx="7879335" cy="3592629"/>
          </a:xfrm>
        </p:spPr>
        <p:txBody>
          <a:bodyPr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10B934F-7AD0-6CA4-BC4D-9CC30854B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1714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FF6486-38AE-54F6-E2F3-8B944C3F1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41BD916-71AE-106E-105D-01655950FC4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987800" y="368300"/>
            <a:ext cx="7375525" cy="1014413"/>
          </a:xfrm>
        </p:spPr>
        <p:txBody>
          <a:bodyPr anchor="ctr">
            <a:normAutofit/>
          </a:bodyPr>
          <a:lstStyle>
            <a:lvl1pPr algn="r">
              <a:defRPr sz="20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FD0054-227E-4953-9BB1-7141F90243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2E0F1-15E9-E241-9959-A6D46B69E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8060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842852-3CDE-22AD-D5F0-AAF8279A0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59536"/>
            <a:ext cx="9546336" cy="3675885"/>
          </a:xfrm>
        </p:spPr>
        <p:txBody>
          <a:bodyPr anchor="t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D523C5-E38D-F0DE-48C0-B6B8404B6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4" y="514350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60847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C4EF7E11-76D4-64FA-465B-165405450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947" y="1296083"/>
            <a:ext cx="4353325" cy="4265835"/>
          </a:xfrm>
          <a:custGeom>
            <a:avLst/>
            <a:gdLst>
              <a:gd name="connsiteX0" fmla="*/ 2176663 w 4353325"/>
              <a:gd name="connsiteY0" fmla="*/ 0 h 4265835"/>
              <a:gd name="connsiteX1" fmla="*/ 4353325 w 4353325"/>
              <a:gd name="connsiteY1" fmla="*/ 2176662 h 4265835"/>
              <a:gd name="connsiteX2" fmla="*/ 4353325 w 4353325"/>
              <a:gd name="connsiteY2" fmla="*/ 2712923 h 4265835"/>
              <a:gd name="connsiteX3" fmla="*/ 4353325 w 4353325"/>
              <a:gd name="connsiteY3" fmla="*/ 3733873 h 4265835"/>
              <a:gd name="connsiteX4" fmla="*/ 4353325 w 4353325"/>
              <a:gd name="connsiteY4" fmla="*/ 4265835 h 4265835"/>
              <a:gd name="connsiteX5" fmla="*/ 0 w 4353325"/>
              <a:gd name="connsiteY5" fmla="*/ 4265835 h 4265835"/>
              <a:gd name="connsiteX6" fmla="*/ 0 w 4353325"/>
              <a:gd name="connsiteY6" fmla="*/ 3733873 h 4265835"/>
              <a:gd name="connsiteX7" fmla="*/ 0 w 4353325"/>
              <a:gd name="connsiteY7" fmla="*/ 2712923 h 4265835"/>
              <a:gd name="connsiteX8" fmla="*/ 0 w 4353325"/>
              <a:gd name="connsiteY8" fmla="*/ 2176662 h 4265835"/>
              <a:gd name="connsiteX9" fmla="*/ 2176663 w 4353325"/>
              <a:gd name="connsiteY9" fmla="*/ 0 h 42658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53325" h="4265835">
                <a:moveTo>
                  <a:pt x="2176663" y="0"/>
                </a:moveTo>
                <a:cubicBezTo>
                  <a:pt x="3378800" y="0"/>
                  <a:pt x="4353325" y="974525"/>
                  <a:pt x="4353325" y="2176662"/>
                </a:cubicBezTo>
                <a:lnTo>
                  <a:pt x="4353325" y="2712923"/>
                </a:lnTo>
                <a:lnTo>
                  <a:pt x="4353325" y="3733873"/>
                </a:lnTo>
                <a:lnTo>
                  <a:pt x="4353325" y="4265835"/>
                </a:lnTo>
                <a:lnTo>
                  <a:pt x="0" y="4265835"/>
                </a:lnTo>
                <a:lnTo>
                  <a:pt x="0" y="3733873"/>
                </a:lnTo>
                <a:lnTo>
                  <a:pt x="0" y="2712923"/>
                </a:lnTo>
                <a:lnTo>
                  <a:pt x="0" y="2176662"/>
                </a:lnTo>
                <a:cubicBezTo>
                  <a:pt x="0" y="974525"/>
                  <a:pt x="974525" y="0"/>
                  <a:pt x="2176663" y="0"/>
                </a:cubicBezTo>
                <a:close/>
              </a:path>
            </a:pathLst>
          </a:custGeom>
          <a:ln w="6350">
            <a:solidFill>
              <a:schemeClr val="tx1"/>
            </a:solidFill>
          </a:ln>
        </p:spPr>
        <p:txBody>
          <a:bodyPr wrap="square" lIns="182880" tIns="914400" rIns="182880" anchor="ctr" anchorCtr="0">
            <a:no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535056" y="1296083"/>
            <a:ext cx="4325112" cy="4265835"/>
          </a:xfrm>
        </p:spPr>
        <p:txBody>
          <a:bodyPr anchor="b" anchorCtr="0"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598763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D05B5E-C545-4763-BA47-4C2C0FCA5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0704" y="4608576"/>
            <a:ext cx="4169664" cy="1609344"/>
          </a:xfrm>
        </p:spPr>
        <p:txBody>
          <a:bodyPr anchor="t" anchorCtr="0">
            <a:noAutofit/>
          </a:bodyPr>
          <a:lstStyle>
            <a:lvl1pPr algn="ct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9D23AA-8F22-4B09-8FAA-CD16E5D66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E5AAB3D-814D-597A-6ADE-F522A8116DCD}"/>
              </a:ext>
            </a:extLst>
          </p:cNvPr>
          <p:cNvSpPr>
            <a:spLocks noGrp="1"/>
          </p:cNvSpPr>
          <p:nvPr>
            <p:ph type="pic" idx="13" hasCustomPrompt="1"/>
          </p:nvPr>
        </p:nvSpPr>
        <p:spPr>
          <a:xfrm>
            <a:off x="1257301" y="1097280"/>
            <a:ext cx="3776470" cy="3168100"/>
          </a:xfrm>
          <a:custGeom>
            <a:avLst/>
            <a:gdLst>
              <a:gd name="connsiteX0" fmla="*/ 1888235 w 3776470"/>
              <a:gd name="connsiteY0" fmla="*/ 0 h 3168100"/>
              <a:gd name="connsiteX1" fmla="*/ 3776470 w 3776470"/>
              <a:gd name="connsiteY1" fmla="*/ 1888235 h 3168100"/>
              <a:gd name="connsiteX2" fmla="*/ 3776470 w 3776470"/>
              <a:gd name="connsiteY2" fmla="*/ 3168100 h 3168100"/>
              <a:gd name="connsiteX3" fmla="*/ 0 w 3776470"/>
              <a:gd name="connsiteY3" fmla="*/ 3168100 h 3168100"/>
              <a:gd name="connsiteX4" fmla="*/ 0 w 3776470"/>
              <a:gd name="connsiteY4" fmla="*/ 1888235 h 3168100"/>
              <a:gd name="connsiteX5" fmla="*/ 1888235 w 3776470"/>
              <a:gd name="connsiteY5" fmla="*/ 0 h 3168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776470" h="3168100">
                <a:moveTo>
                  <a:pt x="1888235" y="0"/>
                </a:moveTo>
                <a:cubicBezTo>
                  <a:pt x="2931078" y="0"/>
                  <a:pt x="3776470" y="845392"/>
                  <a:pt x="3776470" y="1888235"/>
                </a:cubicBezTo>
                <a:lnTo>
                  <a:pt x="3776470" y="3168100"/>
                </a:lnTo>
                <a:lnTo>
                  <a:pt x="0" y="3168100"/>
                </a:lnTo>
                <a:lnTo>
                  <a:pt x="0" y="1888235"/>
                </a:lnTo>
                <a:cubicBezTo>
                  <a:pt x="0" y="845392"/>
                  <a:pt x="845392" y="0"/>
                  <a:pt x="1888235" y="0"/>
                </a:cubicBez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A263F8-8E34-4910-BF7A-F1C5A99689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41464" y="841248"/>
            <a:ext cx="4215384" cy="5330952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  <a:lvl2pPr algn="ctr">
              <a:defRPr>
                <a:solidFill>
                  <a:schemeClr val="tx1"/>
                </a:solidFill>
              </a:defRPr>
            </a:lvl2pPr>
            <a:lvl3pPr algn="ctr">
              <a:defRPr>
                <a:solidFill>
                  <a:schemeClr val="tx1"/>
                </a:solidFill>
              </a:defRPr>
            </a:lvl3pPr>
            <a:lvl4pPr algn="ctr">
              <a:defRPr>
                <a:solidFill>
                  <a:schemeClr val="tx1"/>
                </a:solidFill>
              </a:defRPr>
            </a:lvl4pPr>
            <a:lvl5pPr algn="ctr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E74E5-D20D-4AB7-8D98-F336CE0EC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E8A028-A0C8-45E7-915E-B83FF59C9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CD2C868-CE73-A5B1-1389-62A23B14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9708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15151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4" y="2615184"/>
            <a:ext cx="3813048" cy="3557016"/>
          </a:xfrm>
        </p:spPr>
        <p:txBody>
          <a:bodyPr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841248"/>
            <a:ext cx="4956175" cy="3556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4378AB-83E7-8777-F6CD-8F19BA4FEE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5016203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461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841248"/>
            <a:ext cx="2999232" cy="5184648"/>
          </a:xfrm>
        </p:spPr>
        <p:txBody>
          <a:bodyPr anchor="t" anchorCtr="0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66926" y="841248"/>
            <a:ext cx="6260154" cy="518464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 sz="1400">
                <a:solidFill>
                  <a:schemeClr val="tx1"/>
                </a:solidFill>
              </a:defRPr>
            </a:lvl2pPr>
            <a:lvl3pPr>
              <a:defRPr sz="1400">
                <a:solidFill>
                  <a:schemeClr val="tx1"/>
                </a:solidFill>
              </a:defRPr>
            </a:lvl3pPr>
            <a:lvl4pPr>
              <a:defRPr sz="1400">
                <a:solidFill>
                  <a:schemeClr val="tx1"/>
                </a:solidFill>
              </a:defRPr>
            </a:lvl4pPr>
            <a:lvl5pP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8293A07-68F2-BD10-B738-E87F3F3D8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V="1">
            <a:off x="418221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53243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/>
          <a:lstStyle>
            <a:lvl1pPr>
              <a:defRPr lang="en-US" sz="3200" kern="120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3CA946DA-5AE8-39E2-3ADD-B8F06308C1C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8326323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400" dirty="0"/>
            </a:lvl3pPr>
            <a:lvl4pPr marL="685800" indent="0">
              <a:buNone/>
              <a:defRPr lang="en-US" sz="1400" dirty="0"/>
            </a:lvl4pPr>
            <a:lvl5pPr marL="914400" indent="0">
              <a:buNone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8BD5A515-9970-0784-7927-52F94C270B4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5400000">
            <a:off x="10292564" y="1592958"/>
            <a:ext cx="2973522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8523CCEC-6BB2-B704-95E2-87FED823C5B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11" name="Slide Number Placeholder 6">
            <a:extLst>
              <a:ext uri="{FF2B5EF4-FFF2-40B4-BE49-F238E27FC236}">
                <a16:creationId xmlns:a16="http://schemas.microsoft.com/office/drawing/2014/main" id="{1208465C-8C77-73BF-D18F-D01907BAC86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512296" y="6356350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0E2A219-E459-07B3-1ED3-CBF7D239BE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32057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415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03520" y="548640"/>
            <a:ext cx="6093225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793885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03520" y="1828800"/>
            <a:ext cx="6071616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F483F68-3490-71E7-A7DA-DA46BC485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79715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45FA4-0621-D8F1-73D0-046B7F4D7713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10425981" y="4687095"/>
            <a:ext cx="2706690" cy="365125"/>
          </a:xfrm>
        </p:spPr>
        <p:txBody>
          <a:bodyPr/>
          <a:lstStyle/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4C51678-E871-8AD4-08DA-BF7B7013A356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10292565" y="1592957"/>
            <a:ext cx="297352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D01CE4-E064-7D2F-7D3A-9DA85E2777F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50307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48640"/>
            <a:ext cx="6135624" cy="1143000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828800"/>
            <a:ext cx="6135624" cy="448970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400544" y="0"/>
            <a:ext cx="4791456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BC07157-DE89-FE2F-0547-2E4055913A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382022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7A0C5A-6673-53CC-030B-67BA133D974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521688-F793-E4F2-732B-EEE6F58B758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DBE29E-7417-B57C-BA94-1DBC14BE461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654328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6858000" cy="932688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6858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C626C00-7A36-46A2-880D-F484910B34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8077761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F6D8B-36A2-DF79-CDB9-885694DCA71D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A2396A-E38F-CC9C-7303-71F99D08208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3B0E4B-031C-4F2A-1993-D824DD71F7DE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9010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83413"/>
            <a:ext cx="4361688" cy="1262639"/>
          </a:xfrm>
        </p:spPr>
        <p:txBody>
          <a:bodyPr anchor="b">
            <a:no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979461"/>
            <a:ext cx="4360863" cy="432926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45480" y="0"/>
            <a:ext cx="6446520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81977D-48BC-F135-96F9-1655E4BEE6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732126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EA981C2C-E0DD-29A7-8209-50D66488152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205369F-8CCB-402F-9055-2BF12262B54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133591F2-4BD3-37D0-B00E-B2CD5F47A36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2725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20040"/>
            <a:ext cx="4572000" cy="932688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31520" y="1380744"/>
            <a:ext cx="4572000" cy="498348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17720" y="0"/>
            <a:ext cx="6274279" cy="6858000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18BEB48-A052-9364-6EF6-F698004CA5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911724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417D8113-ECE6-D6F5-9CA4-C96A535F4799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5400000">
            <a:off x="-997745" y="4687095"/>
            <a:ext cx="2706690" cy="365125"/>
          </a:xfrm>
        </p:spPr>
        <p:txBody>
          <a:bodyPr/>
          <a:lstStyle/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629A0137-F97A-8194-464D-3B7D4814A8A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E3FE5686-63A9-B1A1-5734-F96A9651465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51117" y="6356350"/>
            <a:ext cx="574620" cy="365125"/>
          </a:xfrm>
        </p:spPr>
        <p:txBody>
          <a:bodyPr/>
          <a:lstStyle/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10295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5012268"/>
            <a:ext cx="3739896" cy="1390330"/>
          </a:xfrm>
        </p:spPr>
        <p:txBody>
          <a:bodyPr anchor="t">
            <a:normAutofit/>
          </a:bodyPr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4635132"/>
          </a:xfr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485E715F-A05B-F2BC-ABF4-447E9B58E0C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 rot="16200000">
            <a:off x="-499001" y="5684309"/>
            <a:ext cx="1709209" cy="365125"/>
          </a:xfrm>
        </p:spPr>
        <p:txBody>
          <a:bodyPr/>
          <a:lstStyle/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46320" y="501226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800">
                <a:solidFill>
                  <a:schemeClr val="tx1"/>
                </a:solidFill>
              </a:defRPr>
            </a:lvl1pPr>
            <a:lvl2pPr marL="228600" indent="0">
              <a:buFont typeface="Arial" panose="020B0604020202020204" pitchFamily="34" charset="0"/>
              <a:buNone/>
              <a:defRPr sz="1600">
                <a:solidFill>
                  <a:schemeClr val="tx1"/>
                </a:solidFill>
              </a:defRPr>
            </a:lvl2pPr>
            <a:lvl3pPr marL="457200" indent="0">
              <a:buFont typeface="Arial" panose="020B0604020202020204" pitchFamily="34" charset="0"/>
              <a:buNone/>
              <a:defRPr sz="1400">
                <a:solidFill>
                  <a:schemeClr val="tx1"/>
                </a:solidFill>
              </a:defRPr>
            </a:lvl3pPr>
            <a:lvl4pPr marL="685800" indent="0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</a:defRPr>
            </a:lvl4pPr>
            <a:lvl5pPr marL="914400" indent="0">
              <a:buFont typeface="Arial" panose="020B0604020202020204" pitchFamily="34" charset="0"/>
              <a:buNone/>
              <a:defRPr sz="11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5400000">
            <a:off x="11173959" y="5435073"/>
            <a:ext cx="1210734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A2B6090-1D21-5610-7943-4C4F96A6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4638230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4366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4882896"/>
            <a:ext cx="3657603" cy="1453896"/>
          </a:xfrm>
        </p:spPr>
        <p:txBody>
          <a:bodyPr anchor="t">
            <a:normAutofit/>
          </a:bodyPr>
          <a:lstStyle>
            <a:lvl1pPr algn="ctr"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838F5DE0-1AA8-5320-EBEC-7B2EEF39963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31520" y="548642"/>
            <a:ext cx="3490175" cy="4041647"/>
          </a:xfrm>
          <a:custGeom>
            <a:avLst/>
            <a:gdLst>
              <a:gd name="connsiteX0" fmla="*/ 1745088 w 3490175"/>
              <a:gd name="connsiteY0" fmla="*/ 0 h 4041647"/>
              <a:gd name="connsiteX1" fmla="*/ 3490175 w 3490175"/>
              <a:gd name="connsiteY1" fmla="*/ 1745088 h 4041647"/>
              <a:gd name="connsiteX2" fmla="*/ 3490175 w 3490175"/>
              <a:gd name="connsiteY2" fmla="*/ 3141232 h 4041647"/>
              <a:gd name="connsiteX3" fmla="*/ 3490175 w 3490175"/>
              <a:gd name="connsiteY3" fmla="*/ 3490175 h 4041647"/>
              <a:gd name="connsiteX4" fmla="*/ 3490175 w 3490175"/>
              <a:gd name="connsiteY4" fmla="*/ 4041647 h 4041647"/>
              <a:gd name="connsiteX5" fmla="*/ 0 w 3490175"/>
              <a:gd name="connsiteY5" fmla="*/ 4041647 h 4041647"/>
              <a:gd name="connsiteX6" fmla="*/ 0 w 3490175"/>
              <a:gd name="connsiteY6" fmla="*/ 3490175 h 4041647"/>
              <a:gd name="connsiteX7" fmla="*/ 0 w 3490175"/>
              <a:gd name="connsiteY7" fmla="*/ 3141232 h 4041647"/>
              <a:gd name="connsiteX8" fmla="*/ 0 w 3490175"/>
              <a:gd name="connsiteY8" fmla="*/ 1745088 h 4041647"/>
              <a:gd name="connsiteX9" fmla="*/ 1745088 w 3490175"/>
              <a:gd name="connsiteY9" fmla="*/ 0 h 40416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490175" h="4041647">
                <a:moveTo>
                  <a:pt x="1745088" y="0"/>
                </a:moveTo>
                <a:cubicBezTo>
                  <a:pt x="2708873" y="0"/>
                  <a:pt x="3490175" y="781302"/>
                  <a:pt x="3490175" y="1745088"/>
                </a:cubicBezTo>
                <a:lnTo>
                  <a:pt x="3490175" y="3141232"/>
                </a:lnTo>
                <a:lnTo>
                  <a:pt x="3490175" y="3490175"/>
                </a:lnTo>
                <a:lnTo>
                  <a:pt x="3490175" y="4041647"/>
                </a:lnTo>
                <a:lnTo>
                  <a:pt x="0" y="4041647"/>
                </a:lnTo>
                <a:lnTo>
                  <a:pt x="0" y="3490175"/>
                </a:lnTo>
                <a:lnTo>
                  <a:pt x="0" y="3141232"/>
                </a:lnTo>
                <a:lnTo>
                  <a:pt x="0" y="1745088"/>
                </a:lnTo>
                <a:cubicBezTo>
                  <a:pt x="0" y="781302"/>
                  <a:pt x="781302" y="0"/>
                  <a:pt x="1745088" y="0"/>
                </a:cubicBezTo>
                <a:close/>
              </a:path>
            </a:pathLst>
          </a:custGeom>
          <a:blipFill dpi="0" rotWithShape="1">
            <a:blip r:embed="rId2">
              <a:alphaModFix amt="81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6350">
            <a:solidFill>
              <a:schemeClr val="tx1"/>
            </a:solidFill>
          </a:ln>
        </p:spPr>
        <p:txBody>
          <a:bodyPr wrap="square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37760" y="549275"/>
            <a:ext cx="6561138" cy="575945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19C3A72-7CAE-129F-7490-B687280EF1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646117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2864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8164" y="559341"/>
            <a:ext cx="1075567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5">
            <a:extLst>
              <a:ext uri="{FF2B5EF4-FFF2-40B4-BE49-F238E27FC236}">
                <a16:creationId xmlns:a16="http://schemas.microsoft.com/office/drawing/2014/main" id="{3C89FBB9-2C05-A4C1-ECB4-D6A5C4219E4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 rot="16200000" flipH="1">
            <a:off x="-1131161" y="1592957"/>
            <a:ext cx="2973522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Date Placeholder 4">
            <a:extLst>
              <a:ext uri="{FF2B5EF4-FFF2-40B4-BE49-F238E27FC236}">
                <a16:creationId xmlns:a16="http://schemas.microsoft.com/office/drawing/2014/main" id="{BBB07A11-50DE-6BC0-0514-6E2C14A47985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 rot="16200000" flipH="1">
            <a:off x="-997746" y="4594946"/>
            <a:ext cx="2706690" cy="365125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03ED5F49-F9F7-05A9-62AC-C9C8DF2EADE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88569" y="6264201"/>
            <a:ext cx="5746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1200" y="1713652"/>
            <a:ext cx="4387012" cy="46129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58927" y="1713653"/>
            <a:ext cx="6533071" cy="5144347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>
            <a:blip r:embed="rId2">
              <a:alphaModFix amt="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 marL="0" indent="0">
              <a:buFont typeface="Arial" panose="020B0604020202020204" pitchFamily="34" charset="0"/>
              <a:buNone/>
              <a:defRPr lang="en-US" dirty="0"/>
            </a:lvl1pPr>
          </a:lstStyle>
          <a:p>
            <a:pPr marL="285750" lvl="0" indent="-28575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500208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B7BBF55A-D91F-143D-FBB6-73995F00E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57400" y="4937761"/>
            <a:ext cx="6987537" cy="1353312"/>
          </a:xfrm>
        </p:spPr>
        <p:txBody>
          <a:bodyPr anchor="t">
            <a:normAutofit/>
          </a:bodyPr>
          <a:lstStyle>
            <a:lvl1pPr>
              <a:lnSpc>
                <a:spcPct val="110000"/>
              </a:lnSpc>
              <a:spcBef>
                <a:spcPts val="1000"/>
              </a:spcBef>
              <a:defRPr sz="2800" cap="none" baseline="0"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072A4B4E-0B2F-F1BB-322A-713D1FB5F2F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7400" y="549021"/>
            <a:ext cx="9455150" cy="4333875"/>
          </a:xfrm>
        </p:spPr>
        <p:txBody>
          <a:bodyPr anchor="b">
            <a:normAutofit/>
          </a:bodyPr>
          <a:lstStyle>
            <a:lvl1pPr>
              <a:defRPr sz="23200"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6D47F-2AE5-2705-911C-52BBD6B7D8EA}"/>
              </a:ext>
            </a:extLst>
          </p:cNvPr>
          <p:cNvCxnSpPr>
            <a:cxnSpLocks/>
          </p:cNvCxnSpPr>
          <p:nvPr/>
        </p:nvCxnSpPr>
        <p:spPr>
          <a:xfrm flipV="1">
            <a:off x="1371600" y="0"/>
            <a:ext cx="0" cy="685800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4410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-1228126"/>
            <a:ext cx="10652760" cy="1133856"/>
          </a:xfrm>
        </p:spPr>
        <p:txBody>
          <a:bodyPr/>
          <a:lstStyle>
            <a:lvl1pPr>
              <a:defRPr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AA4897F-B66E-DAD4-F56C-6152B417CC5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624138" y="2268748"/>
            <a:ext cx="6943724" cy="3954255"/>
          </a:xfrm>
        </p:spPr>
        <p:txBody>
          <a:bodyPr anchor="ctr" anchorCtr="0">
            <a:noAutofit/>
          </a:bodyPr>
          <a:lstStyle>
            <a:lvl1pPr marL="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1pPr>
            <a:lvl2pPr marL="2286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2pPr>
            <a:lvl3pPr marL="4572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3pPr>
            <a:lvl4pPr marL="6858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4pPr>
            <a:lvl5pPr marL="914400" indent="0" algn="ctr">
              <a:lnSpc>
                <a:spcPct val="110000"/>
              </a:lnSpc>
              <a:buNone/>
              <a:defRPr sz="4400" b="0" cap="all" baseline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add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  <p:sp>
        <p:nvSpPr>
          <p:cNvPr id="6" name="Freeform: Shape 15">
            <a:extLst>
              <a:ext uri="{FF2B5EF4-FFF2-40B4-BE49-F238E27FC236}">
                <a16:creationId xmlns:a16="http://schemas.microsoft.com/office/drawing/2014/main" id="{8EFA7EFC-C6F9-B1D5-025F-824C1CE9A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3057205" y="-1430380"/>
            <a:ext cx="6077590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1054693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16D87B9B-22A3-322E-B7E8-223255AD09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40168" y="5669280"/>
            <a:ext cx="6311664" cy="466344"/>
          </a:xfrm>
        </p:spPr>
        <p:txBody>
          <a:bodyPr anchor="ctr">
            <a:normAutofit/>
          </a:bodyPr>
          <a:lstStyle>
            <a:lvl1pPr algn="ctr">
              <a:lnSpc>
                <a:spcPct val="110000"/>
              </a:lnSpc>
              <a:spcBef>
                <a:spcPts val="1000"/>
              </a:spcBef>
              <a:defRPr sz="1800" cap="all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Content Placeholder 8">
            <a:extLst>
              <a:ext uri="{FF2B5EF4-FFF2-40B4-BE49-F238E27FC236}">
                <a16:creationId xmlns:a16="http://schemas.microsoft.com/office/drawing/2014/main" id="{6A9BC83F-8FE5-5223-2B3A-6E122D336309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597135" y="1744578"/>
            <a:ext cx="6997730" cy="3507906"/>
          </a:xfrm>
        </p:spPr>
        <p:txBody>
          <a:bodyPr anchor="b">
            <a:normAutofit/>
          </a:bodyPr>
          <a:lstStyle>
            <a:lvl1pPr algn="ctr">
              <a:lnSpc>
                <a:spcPct val="100000"/>
              </a:lnSpc>
              <a:spcBef>
                <a:spcPts val="0"/>
              </a:spcBef>
              <a:defRPr sz="6000" cap="all" baseline="0">
                <a:latin typeface="+mn-lt"/>
              </a:defRPr>
            </a:lvl1pPr>
          </a:lstStyle>
          <a:p>
            <a:pPr lvl="0"/>
            <a:r>
              <a:rPr lang="en-US"/>
              <a:t>Click to add Quote</a:t>
            </a:r>
          </a:p>
        </p:txBody>
      </p:sp>
      <p:sp>
        <p:nvSpPr>
          <p:cNvPr id="9" name="Freeform: Shape 15">
            <a:extLst>
              <a:ext uri="{FF2B5EF4-FFF2-40B4-BE49-F238E27FC236}">
                <a16:creationId xmlns:a16="http://schemas.microsoft.com/office/drawing/2014/main" id="{9F353A57-FA3C-A68C-4908-E774A52CB1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6200000">
            <a:off x="2811380" y="-1681974"/>
            <a:ext cx="6569242" cy="10510705"/>
          </a:xfrm>
          <a:custGeom>
            <a:avLst/>
            <a:gdLst>
              <a:gd name="connsiteX0" fmla="*/ 5325805 w 5325805"/>
              <a:gd name="connsiteY0" fmla="*/ 2714782 h 5429563"/>
              <a:gd name="connsiteX1" fmla="*/ 2611024 w 5325805"/>
              <a:gd name="connsiteY1" fmla="*/ 5429563 h 5429563"/>
              <a:gd name="connsiteX2" fmla="*/ 1942188 w 5325805"/>
              <a:gd name="connsiteY2" fmla="*/ 5429563 h 5429563"/>
              <a:gd name="connsiteX3" fmla="*/ 668836 w 5325805"/>
              <a:gd name="connsiteY3" fmla="*/ 5429563 h 5429563"/>
              <a:gd name="connsiteX4" fmla="*/ 0 w 5325805"/>
              <a:gd name="connsiteY4" fmla="*/ 5429563 h 5429563"/>
              <a:gd name="connsiteX5" fmla="*/ 0 w 5325805"/>
              <a:gd name="connsiteY5" fmla="*/ 0 h 5429563"/>
              <a:gd name="connsiteX6" fmla="*/ 668836 w 5325805"/>
              <a:gd name="connsiteY6" fmla="*/ 0 h 5429563"/>
              <a:gd name="connsiteX7" fmla="*/ 1942188 w 5325805"/>
              <a:gd name="connsiteY7" fmla="*/ 0 h 5429563"/>
              <a:gd name="connsiteX8" fmla="*/ 2611024 w 5325805"/>
              <a:gd name="connsiteY8" fmla="*/ 0 h 5429563"/>
              <a:gd name="connsiteX9" fmla="*/ 5325805 w 5325805"/>
              <a:gd name="connsiteY9" fmla="*/ 2714782 h 5429563"/>
              <a:gd name="connsiteX0" fmla="*/ 668836 w 5325805"/>
              <a:gd name="connsiteY0" fmla="*/ 5429563 h 5476799"/>
              <a:gd name="connsiteX1" fmla="*/ 0 w 5325805"/>
              <a:gd name="connsiteY1" fmla="*/ 5429563 h 5476799"/>
              <a:gd name="connsiteX2" fmla="*/ 0 w 5325805"/>
              <a:gd name="connsiteY2" fmla="*/ 0 h 5476799"/>
              <a:gd name="connsiteX3" fmla="*/ 668836 w 5325805"/>
              <a:gd name="connsiteY3" fmla="*/ 0 h 5476799"/>
              <a:gd name="connsiteX4" fmla="*/ 1942188 w 5325805"/>
              <a:gd name="connsiteY4" fmla="*/ 0 h 5476799"/>
              <a:gd name="connsiteX5" fmla="*/ 2611024 w 5325805"/>
              <a:gd name="connsiteY5" fmla="*/ 0 h 5476799"/>
              <a:gd name="connsiteX6" fmla="*/ 5325805 w 5325805"/>
              <a:gd name="connsiteY6" fmla="*/ 2714782 h 5476799"/>
              <a:gd name="connsiteX7" fmla="*/ 2611024 w 5325805"/>
              <a:gd name="connsiteY7" fmla="*/ 5429563 h 5476799"/>
              <a:gd name="connsiteX8" fmla="*/ 1942188 w 5325805"/>
              <a:gd name="connsiteY8" fmla="*/ 5429563 h 5476799"/>
              <a:gd name="connsiteX9" fmla="*/ 716072 w 5325805"/>
              <a:gd name="connsiteY9" fmla="*/ 5476799 h 5476799"/>
              <a:gd name="connsiteX0" fmla="*/ 668836 w 5325805"/>
              <a:gd name="connsiteY0" fmla="*/ 5429563 h 5429563"/>
              <a:gd name="connsiteX1" fmla="*/ 0 w 5325805"/>
              <a:gd name="connsiteY1" fmla="*/ 5429563 h 5429563"/>
              <a:gd name="connsiteX2" fmla="*/ 0 w 5325805"/>
              <a:gd name="connsiteY2" fmla="*/ 0 h 5429563"/>
              <a:gd name="connsiteX3" fmla="*/ 668836 w 5325805"/>
              <a:gd name="connsiteY3" fmla="*/ 0 h 5429563"/>
              <a:gd name="connsiteX4" fmla="*/ 1942188 w 5325805"/>
              <a:gd name="connsiteY4" fmla="*/ 0 h 5429563"/>
              <a:gd name="connsiteX5" fmla="*/ 2611024 w 5325805"/>
              <a:gd name="connsiteY5" fmla="*/ 0 h 5429563"/>
              <a:gd name="connsiteX6" fmla="*/ 5325805 w 5325805"/>
              <a:gd name="connsiteY6" fmla="*/ 2714782 h 5429563"/>
              <a:gd name="connsiteX7" fmla="*/ 2611024 w 5325805"/>
              <a:gd name="connsiteY7" fmla="*/ 5429563 h 5429563"/>
              <a:gd name="connsiteX8" fmla="*/ 1942188 w 5325805"/>
              <a:gd name="connsiteY8" fmla="*/ 5429563 h 5429563"/>
              <a:gd name="connsiteX0" fmla="*/ 0 w 5325805"/>
              <a:gd name="connsiteY0" fmla="*/ 5429563 h 5429563"/>
              <a:gd name="connsiteX1" fmla="*/ 0 w 5325805"/>
              <a:gd name="connsiteY1" fmla="*/ 0 h 5429563"/>
              <a:gd name="connsiteX2" fmla="*/ 668836 w 5325805"/>
              <a:gd name="connsiteY2" fmla="*/ 0 h 5429563"/>
              <a:gd name="connsiteX3" fmla="*/ 1942188 w 5325805"/>
              <a:gd name="connsiteY3" fmla="*/ 0 h 5429563"/>
              <a:gd name="connsiteX4" fmla="*/ 2611024 w 5325805"/>
              <a:gd name="connsiteY4" fmla="*/ 0 h 5429563"/>
              <a:gd name="connsiteX5" fmla="*/ 5325805 w 5325805"/>
              <a:gd name="connsiteY5" fmla="*/ 2714782 h 5429563"/>
              <a:gd name="connsiteX6" fmla="*/ 2611024 w 5325805"/>
              <a:gd name="connsiteY6" fmla="*/ 5429563 h 5429563"/>
              <a:gd name="connsiteX7" fmla="*/ 1942188 w 5325805"/>
              <a:gd name="connsiteY7" fmla="*/ 5429563 h 5429563"/>
              <a:gd name="connsiteX0" fmla="*/ 0 w 5325805"/>
              <a:gd name="connsiteY0" fmla="*/ 0 h 5429563"/>
              <a:gd name="connsiteX1" fmla="*/ 668836 w 5325805"/>
              <a:gd name="connsiteY1" fmla="*/ 0 h 5429563"/>
              <a:gd name="connsiteX2" fmla="*/ 1942188 w 5325805"/>
              <a:gd name="connsiteY2" fmla="*/ 0 h 5429563"/>
              <a:gd name="connsiteX3" fmla="*/ 2611024 w 5325805"/>
              <a:gd name="connsiteY3" fmla="*/ 0 h 5429563"/>
              <a:gd name="connsiteX4" fmla="*/ 5325805 w 5325805"/>
              <a:gd name="connsiteY4" fmla="*/ 2714782 h 5429563"/>
              <a:gd name="connsiteX5" fmla="*/ 2611024 w 5325805"/>
              <a:gd name="connsiteY5" fmla="*/ 5429563 h 5429563"/>
              <a:gd name="connsiteX6" fmla="*/ 1942188 w 5325805"/>
              <a:gd name="connsiteY6" fmla="*/ 5429563 h 5429563"/>
              <a:gd name="connsiteX0" fmla="*/ 0 w 4656969"/>
              <a:gd name="connsiteY0" fmla="*/ 0 h 5429563"/>
              <a:gd name="connsiteX1" fmla="*/ 1273352 w 4656969"/>
              <a:gd name="connsiteY1" fmla="*/ 0 h 5429563"/>
              <a:gd name="connsiteX2" fmla="*/ 1942188 w 4656969"/>
              <a:gd name="connsiteY2" fmla="*/ 0 h 5429563"/>
              <a:gd name="connsiteX3" fmla="*/ 4656969 w 4656969"/>
              <a:gd name="connsiteY3" fmla="*/ 2714782 h 5429563"/>
              <a:gd name="connsiteX4" fmla="*/ 1942188 w 4656969"/>
              <a:gd name="connsiteY4" fmla="*/ 5429563 h 5429563"/>
              <a:gd name="connsiteX5" fmla="*/ 1273352 w 4656969"/>
              <a:gd name="connsiteY5" fmla="*/ 5429563 h 5429563"/>
              <a:gd name="connsiteX0" fmla="*/ 0 w 3383617"/>
              <a:gd name="connsiteY0" fmla="*/ 0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0 w 3383617"/>
              <a:gd name="connsiteY0" fmla="*/ 0 h 5429563"/>
              <a:gd name="connsiteX1" fmla="*/ 248198 w 3383617"/>
              <a:gd name="connsiteY1" fmla="*/ 41 h 5429563"/>
              <a:gd name="connsiteX2" fmla="*/ 668836 w 3383617"/>
              <a:gd name="connsiteY2" fmla="*/ 0 h 5429563"/>
              <a:gd name="connsiteX3" fmla="*/ 3383617 w 3383617"/>
              <a:gd name="connsiteY3" fmla="*/ 2714782 h 5429563"/>
              <a:gd name="connsiteX4" fmla="*/ 668836 w 3383617"/>
              <a:gd name="connsiteY4" fmla="*/ 5429563 h 5429563"/>
              <a:gd name="connsiteX5" fmla="*/ 0 w 3383617"/>
              <a:gd name="connsiteY5" fmla="*/ 5429563 h 5429563"/>
              <a:gd name="connsiteX0" fmla="*/ 248198 w 3383617"/>
              <a:gd name="connsiteY0" fmla="*/ 41 h 5429563"/>
              <a:gd name="connsiteX1" fmla="*/ 668836 w 3383617"/>
              <a:gd name="connsiteY1" fmla="*/ 0 h 5429563"/>
              <a:gd name="connsiteX2" fmla="*/ 3383617 w 3383617"/>
              <a:gd name="connsiteY2" fmla="*/ 2714782 h 5429563"/>
              <a:gd name="connsiteX3" fmla="*/ 668836 w 3383617"/>
              <a:gd name="connsiteY3" fmla="*/ 5429563 h 5429563"/>
              <a:gd name="connsiteX4" fmla="*/ 0 w 3383617"/>
              <a:gd name="connsiteY4" fmla="*/ 5429563 h 5429563"/>
              <a:gd name="connsiteX0" fmla="*/ 4110 w 3139529"/>
              <a:gd name="connsiteY0" fmla="*/ 41 h 5429563"/>
              <a:gd name="connsiteX1" fmla="*/ 424748 w 3139529"/>
              <a:gd name="connsiteY1" fmla="*/ 0 h 5429563"/>
              <a:gd name="connsiteX2" fmla="*/ 3139529 w 3139529"/>
              <a:gd name="connsiteY2" fmla="*/ 2714782 h 5429563"/>
              <a:gd name="connsiteX3" fmla="*/ 424748 w 3139529"/>
              <a:gd name="connsiteY3" fmla="*/ 5429563 h 5429563"/>
              <a:gd name="connsiteX4" fmla="*/ 0 w 3139529"/>
              <a:gd name="connsiteY4" fmla="*/ 5429563 h 54295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139529" h="5429563">
                <a:moveTo>
                  <a:pt x="4110" y="41"/>
                </a:moveTo>
                <a:lnTo>
                  <a:pt x="424748" y="0"/>
                </a:lnTo>
                <a:cubicBezTo>
                  <a:pt x="1924080" y="0"/>
                  <a:pt x="3139529" y="1215450"/>
                  <a:pt x="3139529" y="2714782"/>
                </a:cubicBezTo>
                <a:cubicBezTo>
                  <a:pt x="3139529" y="4214114"/>
                  <a:pt x="1924080" y="5429563"/>
                  <a:pt x="424748" y="5429563"/>
                </a:cubicBezTo>
                <a:lnTo>
                  <a:pt x="0" y="5429563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704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72FE6B-A4D8-8ED7-89D7-5E7F2C5B8F5F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103438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86405AE-ED31-677D-86D8-01EAD583735E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84947" y="2103121"/>
            <a:ext cx="5181600" cy="43513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996313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85A6F3D-6630-C2E0-DC0A-6D2C0AACF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31520" y="2103120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9C38DBB1-A1FA-A460-88C8-B05F1570CA9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31838" y="2743200"/>
            <a:ext cx="5157187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09360" y="2103120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82D763CC-A010-6A2B-FEF3-388EAC8417D7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09361" y="274320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560157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0796BC8-E1B7-E6D6-E86F-4A5CAECDF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00643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5098877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57200"/>
            <a:ext cx="7342307" cy="1133856"/>
          </a:xfrm>
          <a:noFill/>
        </p:spPr>
        <p:txBody>
          <a:bodyPr anchor="b"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841248" y="2624328"/>
            <a:ext cx="10424160" cy="3200400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95282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6">
            <a:extLst>
              <a:ext uri="{FF2B5EF4-FFF2-40B4-BE49-F238E27FC236}">
                <a16:creationId xmlns:a16="http://schemas.microsoft.com/office/drawing/2014/main" id="{CE8CC034-C652-239B-0064-9B0543AC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520" y="365760"/>
            <a:ext cx="10741152" cy="1132258"/>
          </a:xfrm>
        </p:spPr>
        <p:txBody>
          <a:bodyPr/>
          <a:lstStyle>
            <a:lvl1pPr>
              <a:defRPr lang="en-US" dirty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2" name="Content Placeholder 7">
            <a:extLst>
              <a:ext uri="{FF2B5EF4-FFF2-40B4-BE49-F238E27FC236}">
                <a16:creationId xmlns:a16="http://schemas.microsoft.com/office/drawing/2014/main" id="{D051F68D-E2E5-C625-0273-281CE6D4939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1520" y="2301836"/>
            <a:ext cx="10741150" cy="3921165"/>
          </a:xfrm>
          <a:noFill/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  <a:lvl2pPr marL="228600" indent="0">
              <a:buNone/>
              <a:defRPr>
                <a:solidFill>
                  <a:schemeClr val="tx1"/>
                </a:solidFill>
              </a:defRPr>
            </a:lvl2pPr>
            <a:lvl3pPr marL="457200" indent="0">
              <a:buNone/>
              <a:defRPr>
                <a:solidFill>
                  <a:schemeClr val="tx1"/>
                </a:solidFill>
              </a:defRPr>
            </a:lvl3pPr>
            <a:lvl4pPr marL="685800" indent="0">
              <a:buNone/>
              <a:defRPr>
                <a:solidFill>
                  <a:schemeClr val="tx1"/>
                </a:solidFill>
              </a:defRPr>
            </a:lvl4pPr>
            <a:lvl5pPr marL="914400" indent="0"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4940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gradFill flip="none" rotWithShape="1">
                  <a:gsLst>
                    <a:gs pos="0">
                      <a:schemeClr val="tx1"/>
                    </a:gs>
                    <a:gs pos="100000">
                      <a:schemeClr val="tx1">
                        <a:lumMod val="75000"/>
                      </a:schemeClr>
                    </a:gs>
                  </a:gsLst>
                  <a:lin ang="5400000" scaled="0"/>
                  <a:tileRect/>
                </a:gra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003266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54332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476A66-BE83-43F9-A28B-02DF7879A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84990"/>
            <a:ext cx="10515600" cy="111681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CB382-EE11-430D-941A-DB76EEB7F2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16200000" flipH="1">
            <a:off x="-1131161" y="1592957"/>
            <a:ext cx="29735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D76E94-F276-4F0F-8DD9-B1F8A3198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061469"/>
            <a:ext cx="10515600" cy="411480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D964E-3A2E-4DB9-B96A-EDE144A47B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10425981" y="4687095"/>
            <a:ext cx="270669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1000">
                <a:solidFill>
                  <a:schemeClr val="tx1"/>
                </a:solidFill>
              </a:defRPr>
            </a:lvl1pPr>
          </a:lstStyle>
          <a:p>
            <a:fld id="{C74614D2-F4F9-4815-9F24-588AAFAA3CD5}" type="datetimeFigureOut">
              <a:rPr lang="en-GB" smtClean="0"/>
              <a:t>18/09/2026</a:t>
            </a:fld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C562FE-ACD1-43F2-A3DE-5B11E10B7E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12296" y="6356350"/>
            <a:ext cx="5746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0">
              <a:defRPr sz="1000">
                <a:solidFill>
                  <a:schemeClr val="tx1"/>
                </a:solidFill>
              </a:defRPr>
            </a:lvl1pPr>
          </a:lstStyle>
          <a:p>
            <a:fld id="{6F78C6D3-B962-4CDA-B999-A0EB8CBDCC1F}" type="slidenum">
              <a:rPr lang="en-GB" smtClean="0"/>
              <a:t>‹#›</a:t>
            </a:fld>
            <a:endParaRPr lang="en-GB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EB34A3B-1FD5-48FF-9982-1E64C864C01D}"/>
              </a:ext>
            </a:extLst>
          </p:cNvPr>
          <p:cNvCxnSpPr>
            <a:cxnSpLocks/>
          </p:cNvCxnSpPr>
          <p:nvPr/>
        </p:nvCxnSpPr>
        <p:spPr>
          <a:xfrm flipH="1">
            <a:off x="4" y="1824111"/>
            <a:ext cx="121919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4320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  <p:sldLayoutId id="2147483780" r:id="rId12"/>
    <p:sldLayoutId id="2147483781" r:id="rId13"/>
    <p:sldLayoutId id="2147483782" r:id="rId14"/>
    <p:sldLayoutId id="2147483783" r:id="rId15"/>
    <p:sldLayoutId id="2147483784" r:id="rId16"/>
    <p:sldLayoutId id="2147483785" r:id="rId17"/>
    <p:sldLayoutId id="2147483786" r:id="rId18"/>
    <p:sldLayoutId id="2147483787" r:id="rId19"/>
    <p:sldLayoutId id="2147483788" r:id="rId20"/>
    <p:sldLayoutId id="2147483789" r:id="rId21"/>
    <p:sldLayoutId id="2147483790" r:id="rId22"/>
    <p:sldLayoutId id="2147483791" r:id="rId23"/>
    <p:sldLayoutId id="2147483792" r:id="rId24"/>
    <p:sldLayoutId id="2147483793" r:id="rId25"/>
    <p:sldLayoutId id="2147483794" r:id="rId26"/>
    <p:sldLayoutId id="2147483795" r:id="rId27"/>
    <p:sldLayoutId id="2147483796" r:id="rId28"/>
    <p:sldLayoutId id="2147483797" r:id="rId2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1000"/>
        </a:spcBef>
        <a:buSzPct val="80000"/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600" i="1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Goudy Old Style" panose="02020502050305020303" pitchFamily="18" charset="0"/>
        <a:buChar char="–"/>
        <a:defRPr sz="1400" i="1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110000"/>
        </a:lnSpc>
        <a:spcBef>
          <a:spcPts val="500"/>
        </a:spcBef>
        <a:buSzPct val="8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28">
          <p15:clr>
            <a:srgbClr val="F26B43"/>
          </p15:clr>
        </p15:guide>
        <p15:guide id="2" pos="528">
          <p15:clr>
            <a:srgbClr val="F26B43"/>
          </p15:clr>
        </p15:guide>
        <p15:guide id="3" orient="horz" pos="3792">
          <p15:clr>
            <a:srgbClr val="F26B43"/>
          </p15:clr>
        </p15:guide>
        <p15:guide id="4" pos="715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78685-35AC-7EE9-F40B-75E3D630F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31152" y="990511"/>
            <a:ext cx="2565593" cy="1858941"/>
          </a:xfrm>
        </p:spPr>
        <p:txBody>
          <a:bodyPr anchor="b">
            <a:normAutofit/>
          </a:bodyPr>
          <a:lstStyle/>
          <a:p>
            <a:r>
              <a:rPr lang="en-GB" dirty="0"/>
              <a:t>AI Study Assistant</a:t>
            </a:r>
          </a:p>
        </p:txBody>
      </p:sp>
      <p:pic>
        <p:nvPicPr>
          <p:cNvPr id="5" name="Video 4" descr="3D Graphs">
            <a:extLst>
              <a:ext uri="{FF2B5EF4-FFF2-40B4-BE49-F238E27FC236}">
                <a16:creationId xmlns:a16="http://schemas.microsoft.com/office/drawing/2014/main" id="{C2FB1441-2AEC-124B-7E92-36E10AF39BC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31512" b="-1"/>
          <a:stretch>
            <a:fillRect/>
          </a:stretch>
        </p:blipFill>
        <p:spPr>
          <a:xfrm>
            <a:off x="20" y="10"/>
            <a:ext cx="8326303" cy="685799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F472792E-87DE-BBA3-D705-BCFBBFD026A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832271" y="3011335"/>
            <a:ext cx="2559977" cy="2656250"/>
          </a:xfrm>
        </p:spPr>
        <p:txBody>
          <a:bodyPr>
            <a:normAutofit/>
          </a:bodyPr>
          <a:lstStyle/>
          <a:p>
            <a:r>
              <a:rPr lang="en-GB" b="1" dirty="0"/>
              <a:t>My Digital Project</a:t>
            </a:r>
            <a:endParaRPr lang="en-GB" dirty="0"/>
          </a:p>
          <a:p>
            <a:r>
              <a:rPr lang="en-GB" dirty="0"/>
              <a:t>An AI-powered study tool designed to help students study more easily and stay organised.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811227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685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599F2D-FA2D-3F34-FCB8-6751726B9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868406-FF28-3679-D18B-277C95A029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Solve a real-world problem for students. </a:t>
            </a:r>
          </a:p>
          <a:p>
            <a:pPr lvl="0"/>
            <a:r>
              <a:rPr lang="en-GB" dirty="0"/>
              <a:t>Make studying easier, faster and more organised. </a:t>
            </a:r>
          </a:p>
          <a:p>
            <a:pPr lvl="0"/>
            <a:r>
              <a:rPr lang="en-GB" dirty="0"/>
              <a:t>Use AI to support learning.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2790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D4081-4B9E-85D3-C3DD-8C49EFCDCD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123F8E-F43B-0E38-9A54-DD6E99E979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Students can struggle to understand difficult topics. </a:t>
            </a:r>
          </a:p>
          <a:p>
            <a:pPr lvl="0"/>
            <a:r>
              <a:rPr lang="en-GB" dirty="0"/>
              <a:t>Finding simple explanations and practice questions can take time. </a:t>
            </a:r>
          </a:p>
          <a:p>
            <a:pPr lvl="0"/>
            <a:r>
              <a:rPr lang="en-GB" dirty="0"/>
              <a:t>Students need an easy study tool they can use online.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5563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4F08D5-623B-7141-3AA1-EE273FEC1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My Solution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20A806-612E-0A4D-85B5-47EBDE4B80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The AI Study Assistant provides simple explanations. </a:t>
            </a:r>
          </a:p>
          <a:p>
            <a:pPr lvl="0"/>
            <a:r>
              <a:rPr lang="en-GB" dirty="0"/>
              <a:t>It creates short summaries and practice questions. </a:t>
            </a:r>
          </a:p>
          <a:p>
            <a:pPr lvl="0"/>
            <a:r>
              <a:rPr lang="en-GB" dirty="0"/>
              <a:t>It helps students understand difficult schoolwork.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665466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36498-7AE2-0AE4-B88E-CB807ECEE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 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96159-0DC8-C09A-34CE-F816F8EFAB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AI-powered study assistance </a:t>
            </a:r>
          </a:p>
          <a:p>
            <a:pPr lvl="0"/>
            <a:r>
              <a:rPr lang="en-GB" dirty="0"/>
              <a:t>Topic explanations </a:t>
            </a:r>
          </a:p>
          <a:p>
            <a:pPr lvl="0"/>
            <a:r>
              <a:rPr lang="en-GB" dirty="0"/>
              <a:t>Short summaries </a:t>
            </a:r>
          </a:p>
          <a:p>
            <a:pPr lvl="0"/>
            <a:r>
              <a:rPr lang="en-GB" dirty="0"/>
              <a:t>Practice questions </a:t>
            </a:r>
          </a:p>
          <a:p>
            <a:pPr lvl="0"/>
            <a:r>
              <a:rPr lang="en-GB" dirty="0"/>
              <a:t>Organised and user-friendly design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7360715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1702D9-0552-2D70-5C5E-E7BC2EA63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Technology &amp; Skills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0820D-7618-B347-B5EA-8409C595FA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AI tools </a:t>
            </a:r>
          </a:p>
          <a:p>
            <a:pPr lvl="0"/>
            <a:r>
              <a:rPr lang="en-GB" dirty="0"/>
              <a:t>Web development </a:t>
            </a:r>
          </a:p>
          <a:p>
            <a:pPr lvl="0"/>
            <a:r>
              <a:rPr lang="en-GB" dirty="0"/>
              <a:t>GitHub </a:t>
            </a:r>
          </a:p>
          <a:p>
            <a:pPr lvl="0"/>
            <a:r>
              <a:rPr lang="en-GB" dirty="0"/>
              <a:t>Lovable </a:t>
            </a:r>
          </a:p>
          <a:p>
            <a:pPr lvl="0"/>
            <a:r>
              <a:rPr lang="en-GB" dirty="0"/>
              <a:t>Problem-solving and creativity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128925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6817FA-2F60-E12E-A5FA-EA7A81687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Project Result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EC8029-4F24-5E7D-5983-7DD2D139F0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dirty="0"/>
              <a:t>The project was created and deployed online. </a:t>
            </a:r>
          </a:p>
          <a:p>
            <a:pPr lvl="0"/>
            <a:r>
              <a:rPr lang="en-GB" dirty="0"/>
              <a:t>It demonstrates my ability to use digital tools to build a practical solution. </a:t>
            </a:r>
          </a:p>
          <a:p>
            <a:pPr lvl="0"/>
            <a:r>
              <a:rPr lang="en-GB" dirty="0"/>
              <a:t>This project improved my confidence and digital skills.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068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49C56-5942-E1F5-C973-2F45A7680F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9" y="1298448"/>
            <a:ext cx="3258688" cy="325526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900" spc="-100"/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108BA-1BFF-3330-C576-CE69445A22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0015" y="4670246"/>
            <a:ext cx="3228521" cy="91440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Thank you for listening!</a:t>
            </a:r>
            <a:r>
              <a:rPr lang="en-US" sz="2200" dirty="0">
                <a:solidFill>
                  <a:schemeClr val="accent1">
                    <a:lumMod val="20000"/>
                    <a:lumOff val="80000"/>
                  </a:schemeClr>
                </a:solidFill>
              </a:rPr>
              <a:t> ❤️</a:t>
            </a:r>
          </a:p>
        </p:txBody>
      </p:sp>
      <p:pic>
        <p:nvPicPr>
          <p:cNvPr id="7" name="Graphic 6" descr="Smiling Face with No Fill">
            <a:extLst>
              <a:ext uri="{FF2B5EF4-FFF2-40B4-BE49-F238E27FC236}">
                <a16:creationId xmlns:a16="http://schemas.microsoft.com/office/drawing/2014/main" id="{C95A9053-F6B0-6985-31A6-0AE9EFE833F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38950" y="759599"/>
            <a:ext cx="5330650" cy="533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1343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Archway">
  <a:themeElements>
    <a:clrScheme name="Archway">
      <a:dk1>
        <a:sysClr val="windowText" lastClr="000000"/>
      </a:dk1>
      <a:lt1>
        <a:sysClr val="window" lastClr="FFFFFF"/>
      </a:lt1>
      <a:dk2>
        <a:srgbClr val="424C4E"/>
      </a:dk2>
      <a:lt2>
        <a:srgbClr val="EDE9E7"/>
      </a:lt2>
      <a:accent1>
        <a:srgbClr val="9FA597"/>
      </a:accent1>
      <a:accent2>
        <a:srgbClr val="AEA67E"/>
      </a:accent2>
      <a:accent3>
        <a:srgbClr val="957D71"/>
      </a:accent3>
      <a:accent4>
        <a:srgbClr val="C88769"/>
      </a:accent4>
      <a:accent5>
        <a:srgbClr val="97A4AA"/>
      </a:accent5>
      <a:accent6>
        <a:srgbClr val="9FA4A5"/>
      </a:accent6>
      <a:hlink>
        <a:srgbClr val="8C9484"/>
      </a:hlink>
      <a:folHlink>
        <a:srgbClr val="C17957"/>
      </a:folHlink>
    </a:clrScheme>
    <a:fontScheme name="Archway">
      <a:majorFont>
        <a:latin typeface="Felix Titling"/>
        <a:ea typeface=""/>
        <a:cs typeface=""/>
      </a:majorFont>
      <a:minorFont>
        <a:latin typeface="Goudy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rchway" id="{CCBE687C-D9F1-4254-B066-5079611C2397}" vid="{9D57D580-D4A7-454F-BF49-8DDDB4A8185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1EEF9FEC2A40A44B5DA748BD6367061" ma:contentTypeVersion="4" ma:contentTypeDescription="Create a new document." ma:contentTypeScope="" ma:versionID="e375d85bdb594af73d57dfc4d98fa9d9">
  <xsd:schema xmlns:xsd="http://www.w3.org/2001/XMLSchema" xmlns:xs="http://www.w3.org/2001/XMLSchema" xmlns:p="http://schemas.microsoft.com/office/2006/metadata/properties" xmlns:ns3="33626cb1-03db-4d16-b2ce-747261676ba8" targetNamespace="http://schemas.microsoft.com/office/2006/metadata/properties" ma:root="true" ma:fieldsID="f6af2f9e1cad396e6ef9825f1b1aa954" ns3:_="">
    <xsd:import namespace="33626cb1-03db-4d16-b2ce-747261676ba8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3626cb1-03db-4d16-b2ce-747261676ba8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C27D9537-C929-4038-80B8-A26B7394B3E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33626cb1-03db-4d16-b2ce-747261676b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05B34BE-D1A8-4ECE-BB6D-90F5C10417D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700E01-AC6C-4D2C-B137-50CD9FBA94B8}">
  <ds:schemaRefs>
    <ds:schemaRef ds:uri="http://purl.org/dc/terms/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33626cb1-03db-4d16-b2ce-747261676ba8"/>
    <ds:schemaRef ds:uri="http://schemas.microsoft.com/office/2006/metadata/properties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15</TotalTime>
  <Words>169</Words>
  <Application>Microsoft Office PowerPoint</Application>
  <PresentationFormat>Widescreen</PresentationFormat>
  <Paragraphs>33</Paragraphs>
  <Slides>8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Felix Titling</vt:lpstr>
      <vt:lpstr>Goudy Old Style</vt:lpstr>
      <vt:lpstr>Archway</vt:lpstr>
      <vt:lpstr>AI Study Assistant</vt:lpstr>
      <vt:lpstr>Project Objective</vt:lpstr>
      <vt:lpstr>The Problem</vt:lpstr>
      <vt:lpstr>My Solution</vt:lpstr>
      <vt:lpstr>Main Features</vt:lpstr>
      <vt:lpstr>Technology &amp; Skills</vt:lpstr>
      <vt:lpstr>Project Result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Tsiamo Musekwa</dc:creator>
  <cp:lastModifiedBy>Tsiamo Musekwa</cp:lastModifiedBy>
  <cp:revision>1</cp:revision>
  <dcterms:created xsi:type="dcterms:W3CDTF">2026-09-18T09:15:19Z</dcterms:created>
  <dcterms:modified xsi:type="dcterms:W3CDTF">2026-09-18T09:30:35Z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0x01010021EEF9FEC2A40A44B5DA748BD6367061</vt:lpwstr>
  </property>
</Properties>
</file>