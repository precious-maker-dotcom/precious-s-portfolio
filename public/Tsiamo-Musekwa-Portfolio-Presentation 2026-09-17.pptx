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1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39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92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76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4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14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8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58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99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93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080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9B3F71-7922-47BF-8E23-CB47D57A951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803E9-FBC6-4AA2-89B0-526E2AF26806}" type="slidenum">
              <a:rPr lang="en-GB" smtClean="0"/>
              <a:t>‹#›</a:t>
            </a:fld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253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960-8139-69CC-0709-7E5DF7D4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IT Projects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4A18B-A1D3-0D24-A8B6-F85C96A22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Musekwa Tsiamo Precious </a:t>
            </a:r>
            <a:endParaRPr lang="en-GB" dirty="0"/>
          </a:p>
          <a:p>
            <a:r>
              <a:rPr lang="en-GB" dirty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697E-A007-8592-8B65-F804F349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49CA-8B71-4989-50BE-41C5A8027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presentation showcases three digital projects.</a:t>
            </a:r>
          </a:p>
          <a:p>
            <a:r>
              <a:rPr lang="en-US" dirty="0"/>
              <a:t>The projects demonstrate my computer and technology skills.</a:t>
            </a:r>
          </a:p>
          <a:p>
            <a:r>
              <a:rPr lang="en-US" dirty="0"/>
              <a:t>They are designed to solve simple real word problems.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407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0DBF-4712-9B6B-D98B-BB00A04E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Personal CV &amp; Job Application Website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0B443-5821-2FE6-5524-48B4E002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professional website that presents my cv online.</a:t>
            </a:r>
          </a:p>
          <a:p>
            <a:r>
              <a:rPr lang="en-US" dirty="0"/>
              <a:t>Include my education, computer skills and certificates.</a:t>
            </a:r>
          </a:p>
          <a:p>
            <a:r>
              <a:rPr lang="en-US" dirty="0"/>
              <a:t>Help employers learn more about me.</a:t>
            </a:r>
          </a:p>
          <a:p>
            <a:r>
              <a:rPr lang="en-US" dirty="0"/>
              <a:t>Make my qualifications and contact information easy to access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44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3DBD-B5EE-9C37-42C8-6DAF56A1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Business Sales Tracker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1326-8353-F248-B000-444FAD8D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Records products sold by a business.</a:t>
            </a:r>
          </a:p>
          <a:p>
            <a:r>
              <a:rPr lang="en-US" dirty="0"/>
              <a:t>Track quantities and revenues.</a:t>
            </a:r>
          </a:p>
          <a:p>
            <a:r>
              <a:rPr lang="en-US" dirty="0"/>
              <a:t>Stores customers information.</a:t>
            </a:r>
          </a:p>
          <a:p>
            <a:r>
              <a:rPr lang="en-US" dirty="0"/>
              <a:t>Help a business organize and monitor its sales.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309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C1DD-4FA3-7A16-FAA5-65F0E475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Study Assistant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B517-2F89-02EB-915C-58934BB2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AI powered too designed to help students with schoolwork.</a:t>
            </a:r>
          </a:p>
          <a:p>
            <a:r>
              <a:rPr lang="en-US" dirty="0"/>
              <a:t>Provide explanations for difficult topics </a:t>
            </a:r>
          </a:p>
          <a:p>
            <a:r>
              <a:rPr lang="en-US" dirty="0"/>
              <a:t>Creates short summaries of study material</a:t>
            </a:r>
          </a:p>
          <a:p>
            <a:r>
              <a:rPr lang="en-US" dirty="0"/>
              <a:t>Generates practice questions for students </a:t>
            </a:r>
          </a:p>
          <a:p>
            <a:r>
              <a:rPr lang="en-US" dirty="0"/>
              <a:t>Help students study in an easier and more </a:t>
            </a:r>
            <a:r>
              <a:rPr lang="en-US" dirty="0" err="1"/>
              <a:t>organised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28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6AA5-A345-5269-E458-DCEE77AC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used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7C061-433D-F762-6F3B-11447A302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Computer literacy</a:t>
            </a:r>
          </a:p>
          <a:p>
            <a:r>
              <a:rPr lang="en-US" dirty="0"/>
              <a:t>Microsoft PowerPoint</a:t>
            </a:r>
          </a:p>
          <a:p>
            <a:r>
              <a:rPr lang="en-US" dirty="0"/>
              <a:t>Microsoft Word</a:t>
            </a:r>
          </a:p>
          <a:p>
            <a:r>
              <a:rPr lang="en-US" dirty="0"/>
              <a:t>Microsoft Excel </a:t>
            </a:r>
          </a:p>
          <a:p>
            <a:r>
              <a:rPr lang="en-US" dirty="0"/>
              <a:t>Basic website/project development</a:t>
            </a:r>
          </a:p>
          <a:p>
            <a:r>
              <a:rPr lang="en-US" dirty="0"/>
              <a:t>AI tools </a:t>
            </a:r>
          </a:p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anVersel</a:t>
            </a: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10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4BFB-94B7-EA4C-87D1-E388D61D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BD7CC-3469-B6E2-E570-94A077B87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helped me practice using technology to solve practical problem</a:t>
            </a:r>
          </a:p>
          <a:p>
            <a:r>
              <a:rPr lang="en-US" dirty="0"/>
              <a:t>They also helped me develop my computer, AI, Presentation and digital skills </a:t>
            </a:r>
          </a:p>
        </p:txBody>
      </p:sp>
    </p:spTree>
    <p:extLst>
      <p:ext uri="{BB962C8B-B14F-4D97-AF65-F5344CB8AC3E}">
        <p14:creationId xmlns:p14="http://schemas.microsoft.com/office/powerpoint/2010/main" val="382452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601A-E216-5350-B346-5776FDBB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2F516-C161-8CA5-52DB-D2E5F7FAF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Thank you for listening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You can call me and ask fore more 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17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EEF9FEC2A40A44B5DA748BD6367061" ma:contentTypeVersion="4" ma:contentTypeDescription="Create a new document." ma:contentTypeScope="" ma:versionID="e375d85bdb594af73d57dfc4d98fa9d9">
  <xsd:schema xmlns:xsd="http://www.w3.org/2001/XMLSchema" xmlns:xs="http://www.w3.org/2001/XMLSchema" xmlns:p="http://schemas.microsoft.com/office/2006/metadata/properties" xmlns:ns3="33626cb1-03db-4d16-b2ce-747261676ba8" targetNamespace="http://schemas.microsoft.com/office/2006/metadata/properties" ma:root="true" ma:fieldsID="f6af2f9e1cad396e6ef9825f1b1aa954" ns3:_="">
    <xsd:import namespace="33626cb1-03db-4d16-b2ce-747261676b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626cb1-03db-4d16-b2ce-747261676b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B47B77-1C6C-4E4A-8374-EBA690D6F6DC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33626cb1-03db-4d16-b2ce-747261676ba8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0F39749-70D2-466C-AADF-B7A840A002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136657-B8E0-458E-B606-D98F057EFE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626cb1-03db-4d16-b2ce-747261676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962</TotalTime>
  <Words>204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My IT Projects</vt:lpstr>
      <vt:lpstr>Introduction</vt:lpstr>
      <vt:lpstr>Personal CV &amp; Job Application Website</vt:lpstr>
      <vt:lpstr>Small Business Sales Tracker</vt:lpstr>
      <vt:lpstr>AI Study Assistant </vt:lpstr>
      <vt:lpstr>Skills used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Tsiamo Musekwa</dc:creator>
  <cp:lastModifiedBy>Tsiamo Musekwa</cp:lastModifiedBy>
  <cp:revision>2</cp:revision>
  <dcterms:created xsi:type="dcterms:W3CDTF">2026-09-16T07:17:53Z</dcterms:created>
  <dcterms:modified xsi:type="dcterms:W3CDTF">2026-09-17T06:48:19Z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0x01010021EEF9FEC2A40A44B5DA748BD6367061</vt:lpwstr>
  </property>
</Properties>
</file>