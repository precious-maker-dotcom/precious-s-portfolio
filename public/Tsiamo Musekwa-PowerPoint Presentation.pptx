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71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-1097280"/>
            <a:ext cx="4114800" cy="4114800"/>
          </a:xfrm>
          <a:prstGeom prst="ellipse">
            <a:avLst/>
          </a:prstGeom>
          <a:solidFill>
            <a:srgbClr val="0EA5E9">
              <a:alpha val="8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7498080" y="3474720"/>
            <a:ext cx="2560320" cy="2560320"/>
          </a:xfrm>
          <a:prstGeom prst="ellipse">
            <a:avLst/>
          </a:prstGeom>
          <a:solidFill>
            <a:srgbClr val="06B6D4">
              <a:alpha val="82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109728" cy="173736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1097280" y="164592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Workplace Assistant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97280" y="292608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solution for workplace tasks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97280" y="42062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by: Musekwa Tsiamo Precious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091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45720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4000" b="1" dirty="0">
                <a:solidFill>
                  <a:srgbClr val="1E3A5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Project Overview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project is an AI-powered assistant that helps automate common workplace tasks, making daily work faster and more organised.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777240" cy="777240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828800" y="2395728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generation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754880" y="2286000"/>
            <a:ext cx="777240" cy="777240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754880" y="22860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760720" y="2395728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summaries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822960" y="3383280"/>
            <a:ext cx="777240" cy="777240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822960" y="3383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828800" y="3493008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planning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754880" y="3383280"/>
            <a:ext cx="777240" cy="777240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4754880" y="338328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760720" y="3493008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22960" y="4480560"/>
            <a:ext cx="777240" cy="777240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822960" y="448056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828800" y="4590288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interaction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091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45720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4000" b="1" dirty="0">
                <a:solidFill>
                  <a:srgbClr val="1E3A5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Tools Used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1554480"/>
            <a:ext cx="76809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731520" y="1554480"/>
            <a:ext cx="109728" cy="96012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097280" y="1737360"/>
            <a:ext cx="594360" cy="59436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097280" y="17373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920240" y="1645920"/>
            <a:ext cx="621792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920240" y="205740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Ideas, prompts and content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2743200"/>
            <a:ext cx="76809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731520" y="2743200"/>
            <a:ext cx="109728" cy="96012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1097280" y="2926080"/>
            <a:ext cx="594360" cy="59436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1097280" y="29260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920240" y="2834640"/>
            <a:ext cx="621792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920240" y="32461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and AI responses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31520" y="3931920"/>
            <a:ext cx="76809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31520" y="3931920"/>
            <a:ext cx="109728" cy="96012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097280" y="4114800"/>
            <a:ext cx="594360" cy="594360"/>
          </a:xfrm>
          <a:prstGeom prst="ellipse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1097280" y="41148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920240" y="4023360"/>
            <a:ext cx="621792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2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 AI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920240" y="443484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Organising and summarising information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091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45720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4000" b="1" dirty="0">
                <a:solidFill>
                  <a:srgbClr val="1E3A5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Prompt Engineering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learned to create clear and specific prompts to get better, more useful AI results.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7680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731520" y="2103120"/>
            <a:ext cx="128016" cy="237744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1097280" y="233172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prompt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274320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a professional and polite email to my manager explaining that I will be late for work."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091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45720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4000" b="1" dirty="0">
                <a:solidFill>
                  <a:srgbClr val="1E3A5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Responsible AI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use AI responsibly by following these key principles: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502920" cy="50292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91440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96596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 information for accuracy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14400" y="2697480"/>
            <a:ext cx="502920" cy="50292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914400" y="2697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1645920" y="274320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Protecting private information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502920" cy="50292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91440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645920" y="352044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Reviewing AI responses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914400" y="4251960"/>
            <a:ext cx="502920" cy="50292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914400" y="4251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1645920" y="429768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human oversight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0" y="47091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45720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4000" b="1" dirty="0">
                <a:solidFill>
                  <a:srgbClr val="1E3A5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 Learned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146304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822960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08760" y="15087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AI tools effectively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822960" y="219456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822960" y="21945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08760" y="224028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better prompts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822960" y="292608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822960" y="2926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08760" y="29718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practical AI solution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22960" y="365760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822960" y="3657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37033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AI-generated information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822960" y="4389120"/>
            <a:ext cx="457200" cy="45720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822960" y="4389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08760" y="44348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AI ethically and responsibly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3840480"/>
            <a:ext cx="2377440" cy="2377440"/>
          </a:xfrm>
          <a:prstGeom prst="ellipse">
            <a:avLst/>
          </a:prstGeom>
          <a:solidFill>
            <a:srgbClr val="0EA5E9">
              <a:alpha val="9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6858000" y="-1371600"/>
            <a:ext cx="4114800" cy="4114800"/>
          </a:xfrm>
          <a:prstGeom prst="ellipse">
            <a:avLst/>
          </a:prstGeom>
          <a:solidFill>
            <a:srgbClr val="06B6D4">
              <a:alpha val="88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Conclusion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AI Workplace Assistant shows how AI can make workplace tasks easier and more organised.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9260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this project, I learned how to use AI tools, create effective prompts, build a practical solution, and use AI responsibly.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411480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222</Words>
  <Application>Microsoft Office PowerPoint</Application>
  <PresentationFormat>On-screen Show (16:9)</PresentationFormat>
  <Paragraphs>59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Workplace Assistant</dc:title>
  <dc:subject>AI-powered solution for workplace tasks</dc:subject>
  <dc:creator>Musekwa Tsiamo Precious</dc:creator>
  <cp:lastModifiedBy>Tsiamo Musekwa</cp:lastModifiedBy>
  <cp:revision>1</cp:revision>
  <dcterms:created xsi:type="dcterms:W3CDTF">2026-09-17T14:36:16Z</dcterms:created>
  <dcterms:modified xsi:type="dcterms:W3CDTF">2026-09-18T06:44:38Z</dcterms:modified>
</cp:coreProperties>
</file>